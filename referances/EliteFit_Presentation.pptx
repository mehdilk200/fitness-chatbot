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ELITE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ADC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AI FITNESS CHATBOT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429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Votre coach virtuel intelligent — RAG + LLM + Profil Personnalisé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AADC32">
              <a:alpha val="15000"/>
            </a:srgbClr>
          </a:solidFill>
          <a:ln w="12700">
            <a:solidFill>
              <a:srgbClr val="AADC32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ADC32"/>
                </a:solidFill>
              </a:rPr>
              <a:t>1000+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922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Exercices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ADC32"/>
                </a:solidFill>
              </a:rPr>
              <a:t>5+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Objectifs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ADC32"/>
                </a:solidFill>
              </a:rPr>
              <a:t>10+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922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Technos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Projet PFE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PROBLÉMATIQUE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548640" cy="73152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</a:rPr>
              <a:t>❓ Problème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Manque de guidance personnalisée en fitness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Coachs humains coûteux et peu accessibles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Applications génériques sans adaptation à l'objectif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Absence de suivi métabolique intelligent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3200400"/>
          </a:xfrm>
          <a:prstGeom prst="rect">
            <a:avLst>
              <a:gd name="adj" fmla="val 2286"/>
            </a:avLst>
          </a:prstGeom>
          <a:solidFill>
            <a:srgbClr val="0D0D0D"/>
          </a:solidFill>
          <a:ln w="25400">
            <a:solidFill>
              <a:srgbClr val="AADC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ADC32"/>
                </a:solidFill>
              </a:rPr>
              <a:t>✅ Notre 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Chatbot IA avec LLM (Gemini) intégré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Base RAG de +1000 exercices ciblés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Calcul automatique BMR, TDEE &amp; macros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Planning 7 jours personnalisé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Dashboard interactif avec suivi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</a:rPr>
              <a:t>EliteFit répond au besoin d'un coach virtuel accessible, précis et personnalisé pour tous.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FONCTIONNALITÉS CLÉS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548640" cy="73152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0"/>
            <a:ext cx="2743200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C32"/>
                </a:solidFill>
              </a:rPr>
              <a:t>🤖  Chatbot IA LLM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Coach virtuel propulsé par Gemini, comprend vos objectifs et adapte ses réponses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78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C32"/>
                </a:solidFill>
              </a:rPr>
              <a:t>🔍  RAG Avancé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813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Recherche dans +1000 exercices locaux pour des recommandations expertes et précises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914400"/>
            <a:ext cx="2743200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914400"/>
            <a:ext cx="274320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789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C32"/>
                </a:solidFill>
              </a:rPr>
              <a:t>📊  Calcul Métabolique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48132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BMR, TDEE et répartition macros (protéines, glucides, lipides) selon votre objectif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80360"/>
            <a:ext cx="274320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C32"/>
                </a:solidFill>
              </a:rPr>
              <a:t>📅  Planning 7 Jours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4472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Génération automatique de programmes hebdomadaires avec exercices par journée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880360"/>
            <a:ext cx="274320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C32"/>
                </a:solidFill>
              </a:rPr>
              <a:t>📈 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4472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Graphiques interactifs : historique, poids, mensurations, sessions passées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43200" cy="173736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80360"/>
            <a:ext cx="274320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DC32"/>
                </a:solidFill>
              </a:rPr>
              <a:t>🔐  Auth Sécurisée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44728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JWT + bcrypt pour une authentification robuste et sécurisée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 &amp; STACK TECHNOLOGIQUE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React 19 + Vite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React Router DOM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Chart.js / Recharts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React Markdown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Phosphor Icons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FastAPI (Python)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Uvicorn ASGI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Motor / PyMongo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Pydantic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Python-Jose + Passlib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IA &amp;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Google Gemini LLM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RAG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MongoDB NoSQL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JSON Data Store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NLP Services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APPROCHE RAG — RETRIEVAL AUGMENTED GENERATION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64008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920240" cy="2560320"/>
          </a:xfrm>
          <a:prstGeom prst="rect">
            <a:avLst/>
          </a:prstGeom>
          <a:solidFill>
            <a:srgbClr val="151515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731520" cy="731520"/>
          </a:xfrm>
          <a:prstGeom prst="ellipse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DC32"/>
                </a:solidFill>
              </a:rPr>
              <a:t>Requête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L'utilisateur pose une question à l'AI Coach (ex: exercices pour pectoraux)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12848" y="2258568"/>
            <a:ext cx="201168" cy="73152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005840"/>
            <a:ext cx="1920240" cy="2560320"/>
          </a:xfrm>
          <a:prstGeom prst="rect">
            <a:avLst/>
          </a:prstGeom>
          <a:solidFill>
            <a:srgbClr val="151515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143000"/>
            <a:ext cx="731520" cy="731520"/>
          </a:xfrm>
          <a:prstGeom prst="ellipse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DC32"/>
                </a:solidFill>
              </a:rPr>
              <a:t>Recherche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4231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Le système cherche dans la base de +1000 exercices JSON locaux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61688" y="2258568"/>
            <a:ext cx="201168" cy="73152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05840"/>
            <a:ext cx="1920240" cy="2560320"/>
          </a:xfrm>
          <a:prstGeom prst="rect">
            <a:avLst/>
          </a:prstGeom>
          <a:solidFill>
            <a:srgbClr val="151515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1143000"/>
            <a:ext cx="731520" cy="731520"/>
          </a:xfrm>
          <a:prstGeom prst="ellipse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DC32"/>
                </a:solidFill>
              </a:rPr>
              <a:t>Contexte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Les exercices pertinents sont extraits et injectés dans le prompt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10528" y="2258568"/>
            <a:ext cx="201168" cy="73152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1005840"/>
            <a:ext cx="1920240" cy="2560320"/>
          </a:xfrm>
          <a:prstGeom prst="rect">
            <a:avLst/>
          </a:prstGeom>
          <a:solidFill>
            <a:srgbClr val="151515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143000"/>
            <a:ext cx="731520" cy="731520"/>
          </a:xfrm>
          <a:prstGeom prst="ellipse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0D0D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122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DC32"/>
                </a:solidFill>
              </a:rPr>
              <a:t>LLM Gemini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4231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Gemini génère une réponse enrichie, précise et personnalisée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14400" y="3794760"/>
            <a:ext cx="2286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Précision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270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Exercices exacts, pas d'hallucination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3794760"/>
            <a:ext cx="2286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Rapidité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4270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Réponse en moins de 2 secondes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794760"/>
            <a:ext cx="22860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Mise à jour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4270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Base locale facilement extensible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INTERFACE UTILISATEUR — APERÇU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📊  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Calories, Steps, Sleep, macros, activité fitness et stats workout en temps réel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73152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🤖  AI Coach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Anatomie musculaire interactive + GIFs animés + description pas-à-pas de chaque exercice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🏃  Workout Tracker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Carte interactive, distance totale, calories brûlées et historique des activités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73152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📅  Schedule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11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Vue semaine/mois, ajout de tâches, "Best Month" et suivi des projets actifs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Interface moderne React 19 — Design responsive, thème clair/sombre, navigation fluide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PROFIL UTILISATEUR &amp; CALCULS MÉTABOLIQUES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640080" cy="6400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141414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BMR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Mifflin-St Jeor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Métabolisme de base selon poids, taille, âge, sexe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14141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24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TDEE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BMR × facteur activité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Dépense Énergétique Journalière Totale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14141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024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MACROS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Protéines / Glucides / Lipides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Répartition selon l'objectif (masse, sèche, maintien)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ADC32"/>
                </a:solidFill>
              </a:rPr>
              <a:t>OBJECTIFS SUPPORTÉS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401568"/>
            <a:ext cx="4023360" cy="56692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💪 Musculation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Surplus calorique + protéines élevées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3401568"/>
            <a:ext cx="4023360" cy="56692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🔥 Perte de poids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81728" y="3703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Déficit calorique ciblé + cardio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087368"/>
            <a:ext cx="4023360" cy="56692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🏃 Cardio / Endurance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TDEE équilibré + glucides adaptés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4087368"/>
            <a:ext cx="4023360" cy="566928"/>
          </a:xfrm>
          <a:prstGeom prst="rect">
            <a:avLst/>
          </a:prstGeom>
          <a:solidFill>
            <a:srgbClr val="191919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⚖️ Maintien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1728" y="4389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Équilibre macros + plan varié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SÉCURITÉ &amp; STRUCTURE API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</a:rPr>
              <a:t>🔐 Sécurité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</a:rPr>
              <a:t>JWT Tokens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Authentification stateless avec expiration automatique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6400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</a:rPr>
              <a:t>Bcrypt Hashing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Hachage irréversible des mots de passe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6400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</a:rPr>
              <a:t>CORS Configuré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Protection des origines autorisées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40480"/>
            <a:ext cx="6400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</a:rPr>
              <a:t>Validation Pydantic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Vérification stricte de toutes les entrées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</a:rPr>
              <a:t>⚡ Endpoints API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411480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508760"/>
            <a:ext cx="62179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5087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40680" y="15453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1755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Inscription utilisateur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075688"/>
            <a:ext cx="411480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075688"/>
            <a:ext cx="62179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07568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0680" y="2112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40680" y="23225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Connexion + JWT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642616"/>
            <a:ext cx="411480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642616"/>
            <a:ext cx="62179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42616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40680" y="2679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/chat/message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40680" y="28895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Message chatbot RAG+LLM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209544"/>
            <a:ext cx="411480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209544"/>
            <a:ext cx="6217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20954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0680" y="3246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/exercises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40680" y="34564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Liste exercices filtrés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3776472"/>
            <a:ext cx="411480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776472"/>
            <a:ext cx="62179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7764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40680" y="3813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/schedule/generate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40680" y="40233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Planning 7 jours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4343400"/>
            <a:ext cx="411480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4343400"/>
            <a:ext cx="6217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43434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40680" y="43799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/dashboard/stats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40680" y="45902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Métriques utilisateur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DC32"/>
                </a:solidFill>
              </a:rPr>
              <a:t>EliteFit — Un coach virtuel complet, intelligent et accessible.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0233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74520"/>
            <a:ext cx="4023360" cy="54864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Personnalisation réelle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Profil + BMR/TDEE + objectifs = plan 100% adapté à chaque utilisateur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40233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874520"/>
            <a:ext cx="4023360" cy="54864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IA Avancée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395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LLM Gemini + RAG local = précision sans hallucination, rapidité, expertise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0233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00400"/>
            <a:ext cx="4023360" cy="54864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Stack Moderne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7216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React 19 + FastAPI + MongoDB = architecture scalable et maintenable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0233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200400"/>
            <a:ext cx="4023360" cy="54864"/>
          </a:xfrm>
          <a:prstGeom prst="rect">
            <a:avLst/>
          </a:prstGeom>
          <a:solidFill>
            <a:srgbClr val="AADC32"/>
          </a:solidFill>
          <a:ln w="12700">
            <a:solidFill>
              <a:srgbClr val="AADC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Production-Ready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7216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JWT, Pydantic, Docker-ready — prêt pour le déploiement réel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DC32"/>
                </a:solidFill>
              </a:rPr>
              <a:t>Merci de votre attention ! Questions 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EliteFit - AI Fitness Chatbot</dc:title>
  <dc:subject>PptxGenJS Presentation</dc:subject>
  <dc:creator>PptxGenJS</dc:creator>
  <cp:lastModifiedBy>PptxGenJS</cp:lastModifiedBy>
  <cp:revision>1</cp:revision>
  <dcterms:created xsi:type="dcterms:W3CDTF">2026-06-03T11:01:40Z</dcterms:created>
  <dcterms:modified xsi:type="dcterms:W3CDTF">2026-06-03T11:01:40Z</dcterms:modified>
</cp:coreProperties>
</file>